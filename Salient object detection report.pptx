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3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Salient object detection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Intern: Valera </a:t>
            </a:r>
            <a:r>
              <a:rPr lang="en-US" dirty="0" err="1" smtClean="0"/>
              <a:t>gashi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2367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main goal was to meet the requirements and build an AI that automatically cuts out the main subject of an image</a:t>
            </a:r>
          </a:p>
          <a:p>
            <a:r>
              <a:rPr lang="en-US" dirty="0" smtClean="0"/>
              <a:t>Ended up with a successfully trained CNN model that separates objects from background noise</a:t>
            </a:r>
          </a:p>
          <a:p>
            <a:r>
              <a:rPr lang="en-US" dirty="0" smtClean="0"/>
              <a:t>The accuracy: 83.68%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20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Tools: Python, </a:t>
            </a:r>
            <a:r>
              <a:rPr lang="en-US" dirty="0" err="1"/>
              <a:t>TensorFlow</a:t>
            </a:r>
            <a:r>
              <a:rPr lang="en-US" dirty="0"/>
              <a:t>, and Google </a:t>
            </a:r>
            <a:r>
              <a:rPr lang="en-US" dirty="0" err="1"/>
              <a:t>Colab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Used the MSRA10K Dataset with images containing varied subjects (animals/objects) paired with masks</a:t>
            </a:r>
          </a:p>
          <a:p>
            <a:r>
              <a:rPr lang="en-US" dirty="0"/>
              <a:t>Data was divided into Training and Validation sets to ensure the model can handle images it has never seen</a:t>
            </a:r>
            <a:r>
              <a:rPr lang="en-US" dirty="0" smtClean="0"/>
              <a:t>.</a:t>
            </a:r>
          </a:p>
          <a:p>
            <a:r>
              <a:rPr lang="en-US" dirty="0"/>
              <a:t>Managed via GitHub for version control and code reproducibility.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3027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Training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Processed 180 batches per training cycle</a:t>
            </a:r>
            <a:r>
              <a:rPr lang="en-US" dirty="0" smtClean="0"/>
              <a:t>.</a:t>
            </a:r>
          </a:p>
          <a:p>
            <a:r>
              <a:rPr lang="en-US" dirty="0"/>
              <a:t>Achieved </a:t>
            </a:r>
            <a:r>
              <a:rPr lang="en-US" dirty="0" smtClean="0"/>
              <a:t>83.43% Training </a:t>
            </a:r>
            <a:r>
              <a:rPr lang="en-US" dirty="0"/>
              <a:t>Accuracy</a:t>
            </a:r>
            <a:r>
              <a:rPr lang="en-US" dirty="0" smtClean="0"/>
              <a:t>.</a:t>
            </a:r>
          </a:p>
          <a:p>
            <a:r>
              <a:rPr lang="en-US" dirty="0" smtClean="0"/>
              <a:t>Validation Accuracy of 83.68%</a:t>
            </a:r>
          </a:p>
          <a:p>
            <a:r>
              <a:rPr lang="en-US" dirty="0" smtClean="0"/>
              <a:t>Loss 0.3408</a:t>
            </a:r>
          </a:p>
          <a:p>
            <a:r>
              <a:rPr lang="en-US" dirty="0"/>
              <a:t>The model is "robust," meaning it works just as well on new, unseen images as it did on the practice ones.</a:t>
            </a:r>
          </a:p>
        </p:txBody>
      </p:sp>
    </p:spTree>
    <p:extLst>
      <p:ext uri="{BB962C8B-B14F-4D97-AF65-F5344CB8AC3E}">
        <p14:creationId xmlns:p14="http://schemas.microsoft.com/office/powerpoint/2010/main" val="502032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Confusion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True Positives/Negatives: The model is highly accurate at identifying the core object and ignoring background noise</a:t>
            </a:r>
            <a:r>
              <a:rPr lang="en-US" dirty="0" smtClean="0"/>
              <a:t>.</a:t>
            </a:r>
          </a:p>
          <a:p>
            <a:r>
              <a:rPr lang="en-US" dirty="0"/>
              <a:t>Error Analysis</a:t>
            </a:r>
            <a:r>
              <a:rPr lang="en-US" b="1" dirty="0"/>
              <a:t>:</a:t>
            </a:r>
            <a:r>
              <a:rPr lang="en-US" dirty="0"/>
              <a:t> Small errors typically occur at "soft edges" (like fur or blurry borders) rather than major subject misses</a:t>
            </a:r>
            <a:r>
              <a:rPr lang="en-US" dirty="0" smtClean="0"/>
              <a:t>.</a:t>
            </a:r>
          </a:p>
          <a:p>
            <a:r>
              <a:rPr lang="en-US" dirty="0"/>
              <a:t>Reliability: The 83.68% score confirms the model is ready for practical image segmentation tasks.</a:t>
            </a:r>
          </a:p>
        </p:txBody>
      </p:sp>
    </p:spTree>
    <p:extLst>
      <p:ext uri="{BB962C8B-B14F-4D97-AF65-F5344CB8AC3E}">
        <p14:creationId xmlns:p14="http://schemas.microsoft.com/office/powerpoint/2010/main" val="2281727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Proof</a:t>
            </a:r>
            <a:r>
              <a:rPr lang="en-US" b="1" dirty="0"/>
              <a:t>:</a:t>
            </a:r>
            <a:r>
              <a:rPr lang="en-US" dirty="0"/>
              <a:t> Generated a clear binary mask for test images (e.g., dog test case), successfully capturing the silhouette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Model weights saved as </a:t>
            </a:r>
            <a:r>
              <a:rPr lang="en-US" dirty="0" err="1" smtClean="0"/>
              <a:t>salient_object_model</a:t>
            </a:r>
            <a:r>
              <a:rPr lang="en-US" dirty="0" smtClean="0"/>
              <a:t>(2).h5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57543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</TotalTime>
  <Words>251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Rockwell</vt:lpstr>
      <vt:lpstr>Gallery</vt:lpstr>
      <vt:lpstr>Salient object detection</vt:lpstr>
      <vt:lpstr>Project overview</vt:lpstr>
      <vt:lpstr>How it works</vt:lpstr>
      <vt:lpstr>Training results</vt:lpstr>
      <vt:lpstr>Confusion matrix</vt:lpstr>
      <vt:lpstr>Visual Results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Salient object detection</dc:title>
  <dc:creator>HP</dc:creator>
  <cp:lastModifiedBy>HP</cp:lastModifiedBy>
  <cp:revision>2</cp:revision>
  <dcterms:created xsi:type="dcterms:W3CDTF">2026-05-06T17:45:00Z</dcterms:created>
  <dcterms:modified xsi:type="dcterms:W3CDTF">2026-05-06T18:05:01Z</dcterms:modified>
</cp:coreProperties>
</file>